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Infinity Billboard Advertising – Website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modern digital platform for powerful out-of-home advertising</a:t>
            </a:r>
          </a:p>
          <a:p/>
          <a:p>
            <a:r>
              <a:t>Presenter: [Your Name]</a:t>
            </a:r>
          </a:p>
          <a:p>
            <a:r>
              <a:t>Date: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</a:t>
            </a:r>
          </a:p>
          <a:p>
            <a:r>
              <a:t>To design and deliver a modern, user-friendly, multi-page website for Infinity Billboard Advertising.</a:t>
            </a:r>
          </a:p>
          <a:p/>
          <a:p>
            <a:r>
              <a:t>Deliverables:</a:t>
            </a:r>
          </a:p>
          <a:p>
            <a:r>
              <a:t>- Home (Landing) Page</a:t>
            </a:r>
          </a:p>
          <a:p>
            <a:r>
              <a:t>- About Us</a:t>
            </a:r>
          </a:p>
          <a:p>
            <a:r>
              <a:t>- Gallery</a:t>
            </a:r>
          </a:p>
          <a:p>
            <a:r>
              <a:t>- Get Quote</a:t>
            </a:r>
          </a:p>
          <a:p>
            <a:r>
              <a:t>- Legal &amp; Info Pages</a:t>
            </a:r>
          </a:p>
          <a:p>
            <a:r>
              <a:t>- Contact Support</a:t>
            </a:r>
          </a:p>
          <a:p>
            <a:r>
              <a:t>- Custom PDF &amp; Form Integration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Home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Features:</a:t>
            </a:r>
          </a:p>
          <a:p>
            <a:r>
              <a:t>- Bold header with CTA</a:t>
            </a:r>
          </a:p>
          <a:p>
            <a:r>
              <a:t>- Company intro &amp; highlights</a:t>
            </a:r>
          </a:p>
          <a:p>
            <a:r>
              <a:t>- Why Choose Us block</a:t>
            </a:r>
          </a:p>
          <a:p>
            <a:r>
              <a:t>- Quote call-to-action</a:t>
            </a:r>
          </a:p>
          <a:p/>
          <a:p>
            <a:r>
              <a:t>Purpose:</a:t>
            </a:r>
          </a:p>
          <a:p>
            <a:r>
              <a:t>First impression + guide users to 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Us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Highlights:</a:t>
            </a:r>
          </a:p>
          <a:p>
            <a:r>
              <a:t>- Mission, Vision, Values</a:t>
            </a:r>
          </a:p>
          <a:p>
            <a:r>
              <a:t>- Services: Mural, Billboard, Custom</a:t>
            </a:r>
          </a:p>
          <a:p>
            <a:r>
              <a:t>- Strategic &amp; eco-friendly approach</a:t>
            </a:r>
          </a:p>
          <a:p/>
          <a:p>
            <a:r>
              <a:t>Purpose:</a:t>
            </a:r>
          </a:p>
          <a:p>
            <a:r>
              <a:t>Build trust and communicate brand identity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Gallery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Visual Highlights:</a:t>
            </a:r>
          </a:p>
          <a:p>
            <a:r>
              <a:t>- Grid-based gallery</a:t>
            </a:r>
          </a:p>
          <a:p>
            <a:r>
              <a:t>- Click-to-zoom Lightbox</a:t>
            </a:r>
          </a:p>
          <a:p>
            <a:r>
              <a:t>- Animated video highlights</a:t>
            </a:r>
          </a:p>
          <a:p/>
          <a:p>
            <a:r>
              <a:t>Purpose:</a:t>
            </a:r>
          </a:p>
          <a:p>
            <a:r>
              <a:t>Showcase real work and visual credibility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Get Quote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Features:</a:t>
            </a:r>
          </a:p>
          <a:p>
            <a:r>
              <a:t>- Billboard size, type, duration</a:t>
            </a:r>
          </a:p>
          <a:p>
            <a:r>
              <a:t>- Email input validation</a:t>
            </a:r>
          </a:p>
          <a:p>
            <a:r>
              <a:t>- Submit button with confirmation</a:t>
            </a:r>
          </a:p>
          <a:p/>
          <a:p>
            <a:r>
              <a:t>Optional:</a:t>
            </a:r>
          </a:p>
          <a:p>
            <a:r>
              <a:t>Future CRM/email integration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Legal &amp; Support Pages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Included:</a:t>
            </a:r>
          </a:p>
          <a:p>
            <a:r>
              <a:t>- FAQ, Privacy, Terms &amp; Conditions</a:t>
            </a:r>
          </a:p>
          <a:p>
            <a:r>
              <a:t>- Advertising Guidelines (PDF with Do &amp; Don’t)</a:t>
            </a:r>
          </a:p>
          <a:p/>
          <a:p>
            <a:r>
              <a:t>Purpose:</a:t>
            </a:r>
          </a:p>
          <a:p>
            <a:r>
              <a:t>Professionalism and legal transparency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 Support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Includes:</a:t>
            </a:r>
          </a:p>
          <a:p>
            <a:r>
              <a:t>- Name, email, subject, message</a:t>
            </a:r>
          </a:p>
          <a:p>
            <a:r>
              <a:t>- PHP backend for DB + email</a:t>
            </a:r>
          </a:p>
          <a:p>
            <a:r>
              <a:t>- WhatsApp + Thank You redirect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 Stack:</a:t>
            </a:r>
          </a:p>
          <a:p>
            <a:r>
              <a:t>- Fully responsive design</a:t>
            </a:r>
          </a:p>
          <a:p>
            <a:r>
              <a:t>- Custom HTML/CSS/JS</a:t>
            </a:r>
          </a:p>
          <a:p>
            <a:r>
              <a:t>- PHP backend with validation</a:t>
            </a:r>
          </a:p>
          <a:p>
            <a:r>
              <a:t>- PDF generation and database storage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Suggestions:</a:t>
            </a:r>
          </a:p>
          <a:p>
            <a:r>
              <a:t>- Set up hosting &amp; analytics</a:t>
            </a:r>
          </a:p>
          <a:p>
            <a:r>
              <a:t>- Add testimonials or blog</a:t>
            </a:r>
          </a:p>
          <a:p>
            <a:r>
              <a:t>- Email campaign integration</a:t>
            </a:r>
          </a:p>
          <a:p>
            <a:r>
              <a:t>- Newsletter or Booking Feature (future)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 for the opportunity to bring Infinity’s digital vision to life.</a:t>
            </a:r>
          </a:p>
          <a:p/>
          <a:p>
            <a:r>
              <a:t>Questions? Feedback? Let's discuss.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